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1645920"/>
            <a:ext cx="8534095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914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415" y="1828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