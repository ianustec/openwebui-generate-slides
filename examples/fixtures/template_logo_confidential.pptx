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97135" y="320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0000"/>
                </a:solidFill>
              </a:defRPr>
            </a:pPr>
            <a:r>
              <a:t>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