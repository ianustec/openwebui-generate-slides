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822960" cy="8229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997135" y="3200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80000"/>
                </a:solidFill>
              </a:defRPr>
            </a:pPr>
            <a:r>
              <a:t>Confidential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77295" cy="27432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