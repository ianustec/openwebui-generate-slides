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645920"/>
            <a:ext cx="8534095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Master band fixture (layout/master decorations P1)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