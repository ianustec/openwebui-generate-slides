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Master-heavy layouts: out of scope for template v1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