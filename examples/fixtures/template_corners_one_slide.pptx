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1645920"/>
            <a:ext cx="8534095" cy="3566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37160"/>
            <a:ext cx="1097280" cy="109728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37160"/>
            <a:ext cx="1097280" cy="10972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" y="5623559"/>
            <a:ext cx="1097280" cy="109728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5623559"/>
            <a:ext cx="1097280" cy="1097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