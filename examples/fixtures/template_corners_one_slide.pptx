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645920"/>
            <a:ext cx="8534095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097280" cy="10972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37160"/>
            <a:ext cx="1097280" cy="10972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5623559"/>
            <a:ext cx="1097280" cy="10972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255" y="5623559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