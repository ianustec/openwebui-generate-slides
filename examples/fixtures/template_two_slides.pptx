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8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>
                <a:solidFill>
                  <a:srgbClr val="FFFFFF"/>
                </a:solidFill>
              </a:defRPr>
            </a:pPr>
            <a:r>
              <a:t>Cover title (fixture)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28800" y="1645920"/>
            <a:ext cx="8534095" cy="3566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37160"/>
            <a:ext cx="822960" cy="82296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1575" y="137160"/>
            <a:ext cx="822960" cy="82296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60" y="5897879"/>
            <a:ext cx="822960" cy="82296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31575" y="5897879"/>
            <a:ext cx="822960" cy="822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011680" y="1828800"/>
            <a:ext cx="8168335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Content slide safe zone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