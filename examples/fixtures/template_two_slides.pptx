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8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Cover title (fixture)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0" y="1645920"/>
            <a:ext cx="8534095" cy="3566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822960" cy="82296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1575" y="137160"/>
            <a:ext cx="822960" cy="82296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" y="5897879"/>
            <a:ext cx="822960" cy="82296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31575" y="5897879"/>
            <a:ext cx="822960" cy="822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011680" y="1828800"/>
            <a:ext cx="8168335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Content slide safe zone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